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  <p15:guide id="3" orient="horz" pos="1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2814" y="108"/>
      </p:cViewPr>
      <p:guideLst>
        <p:guide orient="horz" pos="4032"/>
        <p:guide pos="3024"/>
        <p:guide orient="horz" pos="1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487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400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47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27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535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196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72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458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77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00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5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504C8-B651-42C9-8CE1-22E2B6DE67DE}" type="datetimeFigureOut">
              <a:rPr lang="fr-FR" smtClean="0"/>
              <a:t>12/03/2026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E0D7E-EC85-44B1-8710-A519421F88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518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A0F63BF1-1C30-4C2A-888A-063867F472C0}"/>
              </a:ext>
            </a:extLst>
          </p:cNvPr>
          <p:cNvGrpSpPr/>
          <p:nvPr/>
        </p:nvGrpSpPr>
        <p:grpSpPr>
          <a:xfrm>
            <a:off x="708660" y="1110343"/>
            <a:ext cx="8183880" cy="8560828"/>
            <a:chOff x="1417320" y="355600"/>
            <a:chExt cx="6766560" cy="6931600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A9FB0DB7-DE3B-4623-AE21-BADA2CBE2D56}"/>
                </a:ext>
              </a:extLst>
            </p:cNvPr>
            <p:cNvGrpSpPr/>
            <p:nvPr/>
          </p:nvGrpSpPr>
          <p:grpSpPr>
            <a:xfrm rot="10800000" flipV="1">
              <a:off x="1778000" y="355600"/>
              <a:ext cx="6045200" cy="6045200"/>
              <a:chOff x="3512820" y="1088157"/>
              <a:chExt cx="2743200" cy="2743200"/>
            </a:xfrm>
          </p:grpSpPr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9435F633-76B2-4402-AFAF-E331A1A5D18B}"/>
                  </a:ext>
                </a:extLst>
              </p:cNvPr>
              <p:cNvGrpSpPr/>
              <p:nvPr/>
            </p:nvGrpSpPr>
            <p:grpSpPr>
              <a:xfrm>
                <a:off x="3943891" y="1378200"/>
                <a:ext cx="1881057" cy="2163113"/>
                <a:chOff x="3944976" y="1341120"/>
                <a:chExt cx="1881057" cy="2163113"/>
              </a:xfrm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48000">
                    <a:schemeClr val="accent4">
                      <a:lumMod val="40000"/>
                      <a:lumOff val="6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p:grpSpPr>
            <p:sp>
              <p:nvSpPr>
                <p:cNvPr id="4" name="Losange 3">
                  <a:extLst>
                    <a:ext uri="{FF2B5EF4-FFF2-40B4-BE49-F238E27FC236}">
                      <a16:creationId xmlns:a16="http://schemas.microsoft.com/office/drawing/2014/main" id="{916352B1-8701-403E-9CBB-B774D66D1F23}"/>
                    </a:ext>
                  </a:extLst>
                </p:cNvPr>
                <p:cNvSpPr/>
                <p:nvPr/>
              </p:nvSpPr>
              <p:spPr>
                <a:xfrm>
                  <a:off x="3944982" y="1341120"/>
                  <a:ext cx="1881051" cy="592183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4562"/>
                </a:p>
              </p:txBody>
            </p:sp>
            <p:sp>
              <p:nvSpPr>
                <p:cNvPr id="5" name="Flèche : chevron 4">
                  <a:extLst>
                    <a:ext uri="{FF2B5EF4-FFF2-40B4-BE49-F238E27FC236}">
                      <a16:creationId xmlns:a16="http://schemas.microsoft.com/office/drawing/2014/main" id="{1215D859-10BE-45BD-A54E-ED7D2D71E1CD}"/>
                    </a:ext>
                  </a:extLst>
                </p:cNvPr>
                <p:cNvSpPr/>
                <p:nvPr/>
              </p:nvSpPr>
              <p:spPr>
                <a:xfrm rot="5400000">
                  <a:off x="4628604" y="992777"/>
                  <a:ext cx="513805" cy="1881051"/>
                </a:xfrm>
                <a:prstGeom prst="chevron">
                  <a:avLst>
                    <a:gd name="adj" fmla="val 59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4562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Flèche : chevron 5">
                  <a:extLst>
                    <a:ext uri="{FF2B5EF4-FFF2-40B4-BE49-F238E27FC236}">
                      <a16:creationId xmlns:a16="http://schemas.microsoft.com/office/drawing/2014/main" id="{79F9971F-2B4A-43F7-A198-954A9DD9AFFA}"/>
                    </a:ext>
                  </a:extLst>
                </p:cNvPr>
                <p:cNvSpPr/>
                <p:nvPr/>
              </p:nvSpPr>
              <p:spPr>
                <a:xfrm rot="5400000">
                  <a:off x="4628603" y="1253896"/>
                  <a:ext cx="513805" cy="1881051"/>
                </a:xfrm>
                <a:prstGeom prst="chevron">
                  <a:avLst>
                    <a:gd name="adj" fmla="val 59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4562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Flèche : chevron 6">
                  <a:extLst>
                    <a:ext uri="{FF2B5EF4-FFF2-40B4-BE49-F238E27FC236}">
                      <a16:creationId xmlns:a16="http://schemas.microsoft.com/office/drawing/2014/main" id="{03AF9277-9887-4EC4-85D8-019FEF735247}"/>
                    </a:ext>
                  </a:extLst>
                </p:cNvPr>
                <p:cNvSpPr/>
                <p:nvPr/>
              </p:nvSpPr>
              <p:spPr>
                <a:xfrm rot="5400000">
                  <a:off x="4628602" y="1515015"/>
                  <a:ext cx="513805" cy="1881051"/>
                </a:xfrm>
                <a:prstGeom prst="chevron">
                  <a:avLst>
                    <a:gd name="adj" fmla="val 59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4562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Flèche : chevron 7">
                  <a:extLst>
                    <a:ext uri="{FF2B5EF4-FFF2-40B4-BE49-F238E27FC236}">
                      <a16:creationId xmlns:a16="http://schemas.microsoft.com/office/drawing/2014/main" id="{A0D8BE50-2499-413F-8F40-42CE3AEE2F4F}"/>
                    </a:ext>
                  </a:extLst>
                </p:cNvPr>
                <p:cNvSpPr/>
                <p:nvPr/>
              </p:nvSpPr>
              <p:spPr>
                <a:xfrm rot="5400000">
                  <a:off x="4628601" y="1776134"/>
                  <a:ext cx="513805" cy="1881051"/>
                </a:xfrm>
                <a:prstGeom prst="chevron">
                  <a:avLst>
                    <a:gd name="adj" fmla="val 59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4562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Flèche : chevron 8">
                  <a:extLst>
                    <a:ext uri="{FF2B5EF4-FFF2-40B4-BE49-F238E27FC236}">
                      <a16:creationId xmlns:a16="http://schemas.microsoft.com/office/drawing/2014/main" id="{33FE2DFD-94FD-42B3-BF85-ADE8A882FEBE}"/>
                    </a:ext>
                  </a:extLst>
                </p:cNvPr>
                <p:cNvSpPr/>
                <p:nvPr/>
              </p:nvSpPr>
              <p:spPr>
                <a:xfrm rot="5400000">
                  <a:off x="4628600" y="2037253"/>
                  <a:ext cx="513805" cy="1881051"/>
                </a:xfrm>
                <a:prstGeom prst="chevron">
                  <a:avLst>
                    <a:gd name="adj" fmla="val 59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4562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Flèche : chevron 9">
                  <a:extLst>
                    <a:ext uri="{FF2B5EF4-FFF2-40B4-BE49-F238E27FC236}">
                      <a16:creationId xmlns:a16="http://schemas.microsoft.com/office/drawing/2014/main" id="{0FA884A3-D94D-4741-8411-231B9A9565F7}"/>
                    </a:ext>
                  </a:extLst>
                </p:cNvPr>
                <p:cNvSpPr/>
                <p:nvPr/>
              </p:nvSpPr>
              <p:spPr>
                <a:xfrm rot="5400000">
                  <a:off x="4628599" y="2306805"/>
                  <a:ext cx="513805" cy="1881051"/>
                </a:xfrm>
                <a:prstGeom prst="chevron">
                  <a:avLst>
                    <a:gd name="adj" fmla="val 59269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4562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77ECF176-9882-4CF8-A24D-8ADF39304D1C}"/>
                  </a:ext>
                </a:extLst>
              </p:cNvPr>
              <p:cNvSpPr/>
              <p:nvPr/>
            </p:nvSpPr>
            <p:spPr>
              <a:xfrm>
                <a:off x="3512820" y="1088157"/>
                <a:ext cx="2743200" cy="2743200"/>
              </a:xfrm>
              <a:prstGeom prst="arc">
                <a:avLst>
                  <a:gd name="adj1" fmla="val 13556351"/>
                  <a:gd name="adj2" fmla="val 18691906"/>
                </a:avLst>
              </a:prstGeom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4562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A2250F2D-C18B-4FC1-A9BE-67A37F0A4FE7}"/>
                  </a:ext>
                </a:extLst>
              </p:cNvPr>
              <p:cNvSpPr/>
              <p:nvPr/>
            </p:nvSpPr>
            <p:spPr>
              <a:xfrm>
                <a:off x="3512820" y="1088157"/>
                <a:ext cx="2743200" cy="2743200"/>
              </a:xfrm>
              <a:prstGeom prst="arc">
                <a:avLst>
                  <a:gd name="adj1" fmla="val 19126979"/>
                  <a:gd name="adj2" fmla="val 2698870"/>
                </a:avLst>
              </a:prstGeom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4562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DAEEE02B-92E6-44E5-8DF0-158D178D5DC5}"/>
                  </a:ext>
                </a:extLst>
              </p:cNvPr>
              <p:cNvSpPr/>
              <p:nvPr/>
            </p:nvSpPr>
            <p:spPr>
              <a:xfrm>
                <a:off x="3512820" y="1088157"/>
                <a:ext cx="2743200" cy="2743200"/>
              </a:xfrm>
              <a:prstGeom prst="arc">
                <a:avLst>
                  <a:gd name="adj1" fmla="val 8135883"/>
                  <a:gd name="adj2" fmla="val 13255535"/>
                </a:avLst>
              </a:prstGeom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4562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0D14FB-9F5B-4AB6-B2DC-66C0D1248872}"/>
                </a:ext>
              </a:extLst>
            </p:cNvPr>
            <p:cNvSpPr/>
            <p:nvPr/>
          </p:nvSpPr>
          <p:spPr>
            <a:xfrm>
              <a:off x="1828111" y="5806787"/>
              <a:ext cx="594496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ar-MA" sz="4800" dirty="0">
                  <a:solidFill>
                    <a:schemeClr val="accent4">
                      <a:lumMod val="75000"/>
                    </a:schemeClr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أفق كفات المتحدة</a:t>
              </a:r>
              <a:endParaRPr lang="fr-FR" sz="480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84AE07F-8205-4B94-B703-BA5DC6F8A7AA}"/>
                </a:ext>
              </a:extLst>
            </p:cNvPr>
            <p:cNvSpPr/>
            <p:nvPr/>
          </p:nvSpPr>
          <p:spPr>
            <a:xfrm>
              <a:off x="1417320" y="6579314"/>
              <a:ext cx="676656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fr-FR" sz="4000" dirty="0">
                  <a:solidFill>
                    <a:schemeClr val="bg1">
                      <a:lumMod val="50000"/>
                    </a:schemeClr>
                  </a:solidFill>
                </a:rPr>
                <a:t>UFUG KIFAT ALMUTAHIDA</a:t>
              </a:r>
              <a:endParaRPr lang="fr-FR" sz="4000" dirty="0">
                <a:solidFill>
                  <a:schemeClr val="bg1">
                    <a:lumMod val="5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5128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6</Words>
  <Application>Microsoft Office PowerPoint</Application>
  <PresentationFormat>A3 (297 x 420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Semibold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Contact Sora-digital</dc:creator>
  <cp:lastModifiedBy>Contact Sora-digital</cp:lastModifiedBy>
  <cp:revision>11</cp:revision>
  <dcterms:created xsi:type="dcterms:W3CDTF">2026-03-12T23:21:35Z</dcterms:created>
  <dcterms:modified xsi:type="dcterms:W3CDTF">2026-03-12T23:33:07Z</dcterms:modified>
</cp:coreProperties>
</file>